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6076950" cy="45529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w7t4txh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bvl1fol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r5xxxnm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k7ejeh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2um7trd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v_pjjcg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095hc2i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9cxeqd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