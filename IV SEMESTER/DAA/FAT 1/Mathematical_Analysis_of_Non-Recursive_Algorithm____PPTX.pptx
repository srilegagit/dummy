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6076950" cy="4552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160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5568D3-D1E3-014A-F383-AEA2ED2EE617}"/>
              </a:ext>
            </a:extLst>
          </p:cNvPr>
          <p:cNvSpPr txBox="1"/>
          <p:nvPr/>
        </p:nvSpPr>
        <p:spPr>
          <a:xfrm>
            <a:off x="342077" y="499959"/>
            <a:ext cx="56311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ANALYSIS OF RECURSIVE AND NON RECURSIVE ALGORITHM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Analysis of Algorithms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analysis evaluates an algorithm’s efficiency using: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basic operations as a function of input size 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memory used as a function of 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express results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 notation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Big-O (O)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upper bound (worst case)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Theta (Θ)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tight bound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Omega (Ω)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lower bound</a:t>
            </a:r>
          </a:p>
        </p:txBody>
      </p:sp>
    </p:spTree>
    <p:extLst>
      <p:ext uri="{BB962C8B-B14F-4D97-AF65-F5344CB8AC3E}">
        <p14:creationId xmlns:p14="http://schemas.microsoft.com/office/powerpoint/2010/main" val="3895489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jpenpg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D1B9FC-D28A-C46C-3BC4-E8C5E689A1E8}"/>
              </a:ext>
            </a:extLst>
          </p:cNvPr>
          <p:cNvSpPr txBox="1"/>
          <p:nvPr/>
        </p:nvSpPr>
        <p:spPr>
          <a:xfrm>
            <a:off x="421019" y="175737"/>
            <a:ext cx="398652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Single Loop</a:t>
            </a:r>
          </a:p>
          <a:p>
            <a:pPr rtl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to n</a:t>
            </a:r>
          </a:p>
          <a:p>
            <a:pPr rtl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 = x + 1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operations = 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Θ(n)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542D3-EA8E-73A6-96F5-A63D0A7AEACB}"/>
              </a:ext>
            </a:extLst>
          </p:cNvPr>
          <p:cNvSpPr txBox="1"/>
          <p:nvPr/>
        </p:nvSpPr>
        <p:spPr>
          <a:xfrm>
            <a:off x="421019" y="1713538"/>
            <a:ext cx="35786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Nested Loop</a:t>
            </a:r>
          </a:p>
          <a:p>
            <a:pPr rtl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to n</a:t>
            </a:r>
          </a:p>
          <a:p>
            <a:pPr rtl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j = 1 to n</a:t>
            </a:r>
          </a:p>
          <a:p>
            <a:pPr rtl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x = x + 1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operations = n²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Θ(n²)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1033CC-A133-6F07-D28B-91D94320DDD5}"/>
              </a:ext>
            </a:extLst>
          </p:cNvPr>
          <p:cNvSpPr txBox="1"/>
          <p:nvPr/>
        </p:nvSpPr>
        <p:spPr>
          <a:xfrm>
            <a:off x="421019" y="3386004"/>
            <a:ext cx="42233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fixed number of 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function stack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Θ(1)</a:t>
            </a:r>
          </a:p>
        </p:txBody>
      </p:sp>
    </p:spTree>
    <p:extLst>
      <p:ext uri="{BB962C8B-B14F-4D97-AF65-F5344CB8AC3E}">
        <p14:creationId xmlns:p14="http://schemas.microsoft.com/office/powerpoint/2010/main" val="1308516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lz8996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o3511uq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p5nx0tj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iettzqi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dvwyazr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rr6hme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bvl1fol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r5xxxnm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k7ejeh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156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2um7trd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v_pjjcg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095hc2i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9cxeqd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158</Words>
  <Application>Microsoft Office PowerPoint</Application>
  <PresentationFormat>Custom</PresentationFormat>
  <Paragraphs>25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2026-01-19T09:37:20Z</dcterms:modified>
  <cp:category/>
</cp:coreProperties>
</file>