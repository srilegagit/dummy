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6076950" cy="4552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1243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3owfhvb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1xcdqj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qu2eqai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vide And Conquer | Algorithm Notes | B.Tech">
            <a:extLst>
              <a:ext uri="{FF2B5EF4-FFF2-40B4-BE49-F238E27FC236}">
                <a16:creationId xmlns:a16="http://schemas.microsoft.com/office/drawing/2014/main" id="{06BC0302-5ABC-AFC7-241A-ABD7446ED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0"/>
            <a:ext cx="5870575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87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u30rgd8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u29kwxx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ov_728n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ilggf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_cm26l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j57evsu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4gdcr92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_whqrxc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3csk9y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jmqnnay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vagwqfv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biosos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6j7bgb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3f0chz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prs1ykz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ubdjow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73_6g2q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qkdd5wq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fiu2xo7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693ns8q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sfdrl8p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4uofvq_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e7yz5pj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azx5vin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4_7sagz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lxq09nm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_iar3u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_51y3lt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8i3gujn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907x7r3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c7q5pht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x9mp71w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l1amh08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msf_qg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0</Words>
  <Application>Microsoft Office PowerPoint</Application>
  <PresentationFormat>Custom</PresentationFormat>
  <Paragraphs>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2026-01-29T10:10:06Z</dcterms:modified>
  <cp:category/>
</cp:coreProperties>
</file>